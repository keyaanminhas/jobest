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i_powered_recruitment_dashboard_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he_problem_with_traditional_recruit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i_powered_recruitment_pipeline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i_recruiter_pipeline_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i_powered_recruiter_decision_support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i_recruiting_demo_flow_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