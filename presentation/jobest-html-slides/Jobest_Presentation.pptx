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yaanminhas/Desktop/Jobest/presentation/jobest-html-slides/assets/slide_captur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2026-06-05T13:43:07Z</dcterms:created>
  <dcterms:modified xsi:type="dcterms:W3CDTF">2026-06-05T13:43:07Z</dcterms:modified>
</cp:coreProperties>
</file>